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EAD67-676A-4C80-A558-EBE71D4EA3BE}" v="29" dt="2026-05-21T17:04:21.801"/>
    <p1510:client id="{1BA4A2A4-5F67-40DA-AA56-D52F350D3A89}" v="28" dt="2026-05-21T16:57:24.512"/>
    <p1510:client id="{62F09C53-768C-4B3D-A5B7-8298012F6E5F}" v="27" dt="2026-05-21T14:56:22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34871-D56C-4D1C-B398-072DDA4ECCDD}" type="datetimeFigureOut">
              <a:t>21/05/2026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98942-0D18-4810-8885-E1D42E0B78B3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6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AMETRO_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7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9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Parâmetro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PowerPoint Parâmetro Global</dc:title>
  <dc:subject>Reusable presentation template</dc:subject>
  <dc:creator>Parâmetro Global</dc:creator>
  <cp:lastModifiedBy>Parâmetro Global</cp:lastModifiedBy>
  <cp:revision>58</cp:revision>
  <dcterms:created xsi:type="dcterms:W3CDTF">2026-05-20T16:01:53Z</dcterms:created>
  <dcterms:modified xsi:type="dcterms:W3CDTF">2026-05-21T17:04:52Z</dcterms:modified>
</cp:coreProperties>
</file>