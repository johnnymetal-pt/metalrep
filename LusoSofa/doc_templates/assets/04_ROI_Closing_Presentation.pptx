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6126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ROI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04672" y="2898648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Presentation — Proposta de Implementação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04672" y="4828032"/>
            <a:ext cx="8138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_________________________      Projeto: _________________________      Data: __________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804672" y="5138928"/>
            <a:ext cx="6400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Preparado por: _________________________ (Project Leader, Odoo)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777240" y="2770632"/>
            <a:ext cx="1600200" cy="5029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>
                <a:alpha val="0"/>
              </a:srgbClr>
            </a:solidFill>
            <a:prstDash val="solid"/>
          </a:ln>
        </p:spPr>
      </p:sp>
      <p:pic>
        <p:nvPicPr>
          <p:cNvPr id="8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12700">
            <a:solidFill>
              <a:srgbClr val="151D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Global · Global technology. Local insights.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da apresentação de fecho ROI e aprovação da proposta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31520" y="1417320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25880" y="1389888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— Como trabalha hoje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1325880" y="1636776"/>
            <a:ext cx="5760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 e ineficiências identificados nos workshops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325880" y="2103120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Solução Odoo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1325880" y="2350008"/>
            <a:ext cx="5760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funcional por departamento / módulo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31520" y="2843784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325880" y="2816352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Prova de Conceito (POC)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1325880" y="3063240"/>
            <a:ext cx="5760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 dos fluxos-chave configurados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731520" y="3557016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3529584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de Investimento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1325880" y="3776472"/>
            <a:ext cx="5760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de implementação e faseamento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325880" y="4242816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sobre Investimento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1325880" y="4489704"/>
            <a:ext cx="5760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Poupanças esperadas e payback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731520" y="4983480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325880" y="4956048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de Projeto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1325880" y="5202936"/>
            <a:ext cx="5760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Fases, milestones e próximos passos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8503920" y="1719072"/>
            <a:ext cx="2743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B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4200" dirty="0"/>
          </a:p>
        </p:txBody>
      </p:sp>
      <p:sp>
        <p:nvSpPr>
          <p:cNvPr id="28" name="Text 25"/>
          <p:cNvSpPr/>
          <p:nvPr/>
        </p:nvSpPr>
        <p:spPr>
          <a:xfrm>
            <a:off x="7955280" y="2862072"/>
            <a:ext cx="35661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Fecho da análise → decisão de arranque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863840" y="3657600"/>
            <a:ext cx="3703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validado, POC demonstrado, investimento estimado e plano de implementação alinhado.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818120" y="4526280"/>
            <a:ext cx="3749040" cy="13716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0" y="4709160"/>
            <a:ext cx="3657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passo: aprovação da proposta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Diagnóstico: como trabalha hoje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 identificados nos workshops por departamento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1600200" cy="832104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Departamento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94560" y="1417320"/>
            <a:ext cx="4572000" cy="832104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Ineficiências observadas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766560" y="1417320"/>
            <a:ext cx="4754880" cy="832104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operacional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4360" y="2249424"/>
            <a:ext cx="1600200" cy="83210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94560" y="2249424"/>
            <a:ext cx="4572000" cy="83210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Criação de propostas manual em Excel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sem visibilidade em tempo real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perdido por falta de CRM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66560" y="2249424"/>
            <a:ext cx="4754880" cy="83210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comercial consumido em tarefas administrativas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perda de oportunidades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4360" y="3081528"/>
            <a:ext cx="1600200" cy="83210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94560" y="3081528"/>
            <a:ext cx="4572000" cy="83210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em email/papel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Aprovações lentas e sem rastreio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desalinhado com encomendas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66560" y="3081528"/>
            <a:ext cx="4754880" cy="83210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Ciclos de compra longos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 rastreabilidade de compromisso de stock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4360" y="3913632"/>
            <a:ext cx="1600200" cy="83210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94560" y="3913632"/>
            <a:ext cx="4572000" cy="83210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Contagens manuais e erros frequentes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rastreabilidade de lote/série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Ruturas por falta de reordering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766560" y="3913632"/>
            <a:ext cx="4754880" cy="83210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 fiabilidade de stock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Interrupções na operação e expedição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94360" y="4745736"/>
            <a:ext cx="1600200" cy="83210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Financeiro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94560" y="4745736"/>
            <a:ext cx="4572000" cy="83210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Reconciliação bancária demorada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Faturação manual e erros de IVA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em Excel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66560" y="4745736"/>
            <a:ext cx="4754880" cy="83210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Fecho mensal lento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de gestão pouco fiáveis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77240" y="5596128"/>
            <a:ext cx="10332720" cy="50292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 — processos críticos ainda dependem de ficheiros, emails e validações manuais. A Fase 1 deve concentrar-se em standard Odoo para eliminar fricção operacional antes de customizações.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Solução Odoo proposta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funcional por departamento e prioridade de faseamento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685800" y="132588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 — Go-Live operacional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1682496"/>
            <a:ext cx="95554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11680"/>
            <a:ext cx="329184" cy="329184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97864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&amp; CRM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1197864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Proposta, pipeline, ordens de venda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2834640" y="2011680"/>
            <a:ext cx="329184" cy="329184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55264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3255264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RFQ, POs, aprovações automáticas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4892040" y="2011680"/>
            <a:ext cx="329184" cy="329184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12664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5312664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Stock, rastreabilidade, reordering</a:t>
            </a:r>
            <a:endParaRPr lang="en-US" sz="630" dirty="0"/>
          </a:p>
        </p:txBody>
      </p:sp>
      <p:sp>
        <p:nvSpPr>
          <p:cNvPr id="20" name="Text 17"/>
          <p:cNvSpPr/>
          <p:nvPr/>
        </p:nvSpPr>
        <p:spPr>
          <a:xfrm>
            <a:off x="6949440" y="2011680"/>
            <a:ext cx="329184" cy="329184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70064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7370064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Faturas, reconciliação, reporting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9006840" y="2011680"/>
            <a:ext cx="329184" cy="329184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427464" y="1947672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9427464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Ordens de produção, BOM, routing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68580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— Pós Go-Live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7240" y="3675888"/>
            <a:ext cx="2743200" cy="256032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/ eCommerce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777240" y="3986784"/>
            <a:ext cx="4572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Loja online integrada com stock, a implementar após estabilização da operação core.</a:t>
            </a:r>
            <a:endParaRPr lang="en-US" sz="710" dirty="0"/>
          </a:p>
        </p:txBody>
      </p:sp>
      <p:sp>
        <p:nvSpPr>
          <p:cNvPr id="29" name="Text 26"/>
          <p:cNvSpPr/>
          <p:nvPr/>
        </p:nvSpPr>
        <p:spPr>
          <a:xfrm>
            <a:off x="662940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Princípio de desenho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629400" y="3675888"/>
            <a:ext cx="3474720" cy="50292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first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62940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Customizações apenas quando forem must-have para operar o negócio no Go-Live.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7240" y="5559552"/>
            <a:ext cx="10332720" cy="38404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esperado: cobertura dos fluxos críticos sem alargar prazo, budget ou risco técnico.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Prova de Conceito (POC)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Fluxos demonstrados em ambiente Odoo configurado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685800" y="1417320"/>
            <a:ext cx="1325880" cy="576072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2011680" y="1417320"/>
            <a:ext cx="6675120" cy="576072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Descrição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8686800" y="1417320"/>
            <a:ext cx="2834640" cy="576072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Odoo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85800" y="1993392"/>
            <a:ext cx="132588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1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2011680" y="1993392"/>
            <a:ext cx="667512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→ Oportunidade → Proposta → Ordem de Venda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8686800" y="1993392"/>
            <a:ext cx="283464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/ CRM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685800" y="2569464"/>
            <a:ext cx="132588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2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2011680" y="2569464"/>
            <a:ext cx="667512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Ordem de Compra → Receção → Faturação Fornecedor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8686800" y="2569464"/>
            <a:ext cx="283464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+ Inventory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685800" y="3145536"/>
            <a:ext cx="132588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3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2011680" y="3145536"/>
            <a:ext cx="667512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— Movimentos, Alertas, Inventário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8686800" y="3145536"/>
            <a:ext cx="283464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85800" y="3721608"/>
            <a:ext cx="132588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4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2011680" y="3721608"/>
            <a:ext cx="667512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 Cliente → Pagamento → Reconciliação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8686800" y="3721608"/>
            <a:ext cx="283464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777240" y="461772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 de staging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" y="4956048"/>
            <a:ext cx="5212080" cy="50292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POC foi configurado com dados reais do cliente para os fluxos acima. O ambiente de staging fica disponível para validação do SPoC.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46520" y="461772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de sucesso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46520" y="4956048"/>
            <a:ext cx="48006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que os fluxos demonstrados cobrem os processos core sem dependência de desenvolvimento custom fora de âmbito.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Análise de investimento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de implementação e faseamento em dias de serviço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3657600" cy="568234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 — Go-Live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434840" y="1417320"/>
            <a:ext cx="1417320" cy="568234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1985554"/>
            <a:ext cx="3657600" cy="56823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de Projeto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434840" y="1985554"/>
            <a:ext cx="1417320" cy="56823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dias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2553789"/>
            <a:ext cx="3657600" cy="56823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 Standard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434840" y="2553789"/>
            <a:ext cx="1417320" cy="56823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dias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7240" y="3122023"/>
            <a:ext cx="3657600" cy="56823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Dev. Custom (must-have)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434840" y="3122023"/>
            <a:ext cx="1417320" cy="56823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dias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7240" y="3690257"/>
            <a:ext cx="3657600" cy="56823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Migração Dados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434840" y="3690257"/>
            <a:ext cx="1417320" cy="56823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dias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77240" y="4258491"/>
            <a:ext cx="3657600" cy="56823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434840" y="4258491"/>
            <a:ext cx="1417320" cy="568234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dias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77240" y="4826726"/>
            <a:ext cx="3657600" cy="56823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FASE 1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434840" y="4826726"/>
            <a:ext cx="1417320" cy="568234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XX dias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355080" y="1417320"/>
            <a:ext cx="3474720" cy="586740"/>
          </a:xfrm>
          <a:prstGeom prst="rect">
            <a:avLst/>
          </a:prstGeom>
          <a:solidFill>
            <a:srgbClr val="16A34A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— Pós Go-Live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829800" y="1417320"/>
            <a:ext cx="1417320" cy="586740"/>
          </a:xfrm>
          <a:prstGeom prst="rect">
            <a:avLst/>
          </a:prstGeom>
          <a:solidFill>
            <a:srgbClr val="16A34A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Estimativa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355080" y="2004060"/>
            <a:ext cx="3474720" cy="58674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adicionais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829800" y="2004060"/>
            <a:ext cx="1417320" cy="58674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55080" y="2590800"/>
            <a:ext cx="3474720" cy="586740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Integrações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829800" y="2590800"/>
            <a:ext cx="1417320" cy="586740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355080" y="3177540"/>
            <a:ext cx="3474720" cy="58674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nice-to-have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829800" y="3177540"/>
            <a:ext cx="1417320" cy="58674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355080" y="3764280"/>
            <a:ext cx="3474720" cy="586740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 adicional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9829800" y="3764280"/>
            <a:ext cx="1417320" cy="586740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355080" y="4351020"/>
            <a:ext cx="3474720" cy="58674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ESTIMATIVA FASE 2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9829800" y="4351020"/>
            <a:ext cx="1417320" cy="58674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77240" y="5733288"/>
            <a:ext cx="6492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Valores em dias de serviço. 1 dia = tarifa contratual acordada. Orçamento detalhado em documento separado.</a:t>
            </a:r>
            <a:endParaRPr lang="en-US" sz="620" dirty="0"/>
          </a:p>
        </p:txBody>
      </p:sp>
      <p:sp>
        <p:nvSpPr>
          <p:cNvPr id="36" name="Text 33"/>
          <p:cNvSpPr/>
          <p:nvPr/>
        </p:nvSpPr>
        <p:spPr>
          <a:xfrm>
            <a:off x="7909560" y="5541264"/>
            <a:ext cx="3337560" cy="38404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— Aprovar Fase 1 e manter Fase 2 como backlog controlado.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Retorno sobre investimento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Poupanças esperadas, payback e benefício operacional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868680" y="1554480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 Poupança estimada/ano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868680" y="1901952"/>
            <a:ext cx="4160520" cy="658368"/>
          </a:xfrm>
          <a:prstGeom prst="rect">
            <a:avLst/>
          </a:prstGeom>
          <a:solidFill>
            <a:srgbClr val="EBF7FF"/>
          </a:solidFill>
          <a:ln w="1016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XXX.000 €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68680" y="2688336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operacional direto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6172200" y="1554480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Payback esperado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172200" y="1901952"/>
            <a:ext cx="4160520" cy="6583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X–Y meses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172200" y="2688336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 Go-Live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868680" y="3657600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FTE poupados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868680" y="4005072"/>
            <a:ext cx="4160520" cy="658368"/>
          </a:xfrm>
          <a:prstGeom prst="rect">
            <a:avLst/>
          </a:prstGeom>
          <a:solidFill>
            <a:srgbClr val="FFEDD5"/>
          </a:solidFill>
          <a:ln w="10160"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FTE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868680" y="4791456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Equivalente a tempo libertado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6172200" y="3657600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a 3 anos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6172200" y="4005072"/>
            <a:ext cx="4160520" cy="658368"/>
          </a:xfrm>
          <a:prstGeom prst="rect">
            <a:avLst/>
          </a:prstGeom>
          <a:solidFill>
            <a:srgbClr val="F3E8FF"/>
          </a:solidFill>
          <a:ln w="10160"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XXX%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6172200" y="4791456"/>
            <a:ext cx="4160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investimento total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868680" y="5532120"/>
            <a:ext cx="9875520" cy="38404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 — O ROI deve ser atualizado com dados reais recolhidos nos workshops: tempo por processo, frequência, custo/hora e redução esperada após Go-Live.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— Plano de projeto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7498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Fases, milestones e próximos passos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ROI Closing Presentation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54480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ROI/Kick-Off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1554480" y="1664208"/>
            <a:ext cx="5029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Alinhamento, workshops, POC, aprovação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7680960" y="148132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semanas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509760" y="148132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do projeto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051560" y="1920240"/>
            <a:ext cx="9144" cy="457200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5448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1554480" y="2624328"/>
            <a:ext cx="5029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Configuração, dev., migração, formação key users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7680960" y="244144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semanas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509760" y="244144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 do projeto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051560" y="2880360"/>
            <a:ext cx="9144" cy="457200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54480" y="331927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Go-Live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1554480" y="3584448"/>
            <a:ext cx="5029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E2E, formação end-users, entrada em produção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7680960" y="340156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semanas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509760" y="34015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do projeto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1051560" y="3840480"/>
            <a:ext cx="9144" cy="457200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solidFill>
            <a:srgbClr val="151D2B"/>
          </a:solidFill>
          <a:ln w="12700">
            <a:solidFill>
              <a:srgbClr val="151D2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554480" y="427939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2+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1554480" y="4544568"/>
            <a:ext cx="5029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adicional, integrações, otimizações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7680960" y="436168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9509760" y="436168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do projeto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22960" y="5532120"/>
            <a:ext cx="4754880" cy="32004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passo: aprovar proposta e agendar Kick-Off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15000" y="5559552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Contacto: _________________________  ·  Email: _________________________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Parametro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ROI - Closing Presentation</dc:title>
  <dc:subject>Odoo ROI Closing Presentation</dc:subject>
  <dc:creator>Parametro Global</dc:creator>
  <cp:lastModifiedBy>Parametro Global</cp:lastModifiedBy>
  <cp:revision>1</cp:revision>
  <dcterms:created xsi:type="dcterms:W3CDTF">2026-06-02T17:14:46Z</dcterms:created>
  <dcterms:modified xsi:type="dcterms:W3CDTF">2026-06-02T17:14:46Z</dcterms:modified>
</cp:coreProperties>
</file>