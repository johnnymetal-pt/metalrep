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EAD67-676A-4C80-A558-EBE71D4EA3BE}" v="29" dt="2026-05-21T17:04:21.801"/>
    <p1510:client id="{1BA4A2A4-5F67-40DA-AA56-D52F350D3A89}" v="28" dt="2026-05-21T16:57:24.512"/>
    <p1510:client id="{62F09C53-768C-4B3D-A5B7-8298012F6E5F}" v="27" dt="2026-05-21T14:56:22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34871-D56C-4D1C-B398-072DDA4ECCDD}" type="datetimeFigureOut">
              <a:t>21/05/2026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98942-0D18-4810-8885-E1D42E0B78B3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6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AMETRO_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preto_for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03504"/>
            <a:ext cx="3090672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1832" y="1975104"/>
            <a:ext cx="62179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0099FF"/>
                </a:solidFill>
                <a:latin typeface="Aptos Display"/>
              </a:rPr>
              <a:t>[Título da Apresentação]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670048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Aptos Display"/>
              </a:rPr>
              <a:t>[Subtítulo / descrição principal]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17296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Aptos"/>
              </a:rPr>
              <a:t>[Descrição curta da apresentação ou projeto]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468172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Aptos"/>
              </a:rPr>
              <a:t>Cliente / Projeto: [Nome]
Data: [DD/MM/AAAA]
Versão: [X.X]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55961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ptos"/>
              </a:rPr>
              <a:t>Preparado por Parâmetro Global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11E2D"/>
          </a:solidFill>
          <a:ln>
            <a:solidFill>
              <a:srgbClr val="11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9171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4048" y="1033272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6327648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64282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[Documento] | [Ano]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356848" y="6400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9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" y="34747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[Título]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2920" y="8046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da página]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377952" y="1501648"/>
            <a:ext cx="11137392" cy="4663440"/>
          </a:xfrm>
          <a:prstGeom prst="roundRect">
            <a:avLst>
              <a:gd name="adj" fmla="val 1569"/>
            </a:avLst>
          </a:prstGeom>
          <a:solidFill>
            <a:srgbClr val="FFFFFF">
              <a:alpha val="0"/>
            </a:srgbClr>
          </a:solidFill>
          <a:ln w="15240">
            <a:solidFill>
              <a:srgbClr val="E7E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3538728"/>
            <a:ext cx="10863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[Conteúdo livre]</a:t>
            </a:r>
            <a:endParaRPr lang="en-US" sz="1100" dirty="0"/>
          </a:p>
        </p:txBody>
      </p:sp>
      <p:pic>
        <p:nvPicPr>
          <p:cNvPr id="13" name="Imagem 12" descr="Uma imagem com círculo, Gráficos, símbolo&#10;&#10;Os conteúdos gerados por IA poderão estar incorretos.">
            <a:extLst>
              <a:ext uri="{FF2B5EF4-FFF2-40B4-BE49-F238E27FC236}">
                <a16:creationId xmlns:a16="http://schemas.microsoft.com/office/drawing/2014/main" id="{62F24209-7310-3B2C-AA17-70EAFCE2B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058" y="261937"/>
            <a:ext cx="542925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4048" y="1033272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6327648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64282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[Documento] | [Ano]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356848" y="6400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9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" y="34747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[Título]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2920" y="8046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da página]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530352" y="1298448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>
              <a:alpha val="0"/>
            </a:srgbClr>
          </a:solidFill>
          <a:ln w="15240">
            <a:solidFill>
              <a:srgbClr val="E7E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34472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[Coluna esquerda]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91072" y="1298448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>
              <a:alpha val="0"/>
            </a:srgbClr>
          </a:solidFill>
          <a:ln w="15240">
            <a:solidFill>
              <a:srgbClr val="E7EE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34472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[Coluna direita]</a:t>
            </a:r>
            <a:endParaRPr lang="en-US" sz="1100" dirty="0"/>
          </a:p>
        </p:txBody>
      </p:sp>
      <p:pic>
        <p:nvPicPr>
          <p:cNvPr id="20" name="Imagem 19" descr="Uma imagem com círculo, Gráficos, símbolo&#10;&#10;Os conteúdos gerados por IA poderão estar incorretos.">
            <a:extLst>
              <a:ext uri="{FF2B5EF4-FFF2-40B4-BE49-F238E27FC236}">
                <a16:creationId xmlns:a16="http://schemas.microsoft.com/office/drawing/2014/main" id="{F8454D7E-020F-20CD-AB5F-0FC18127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058" y="261937"/>
            <a:ext cx="542925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4048" y="1033272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6327648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64282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[Documento] | [Ano]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356848" y="6400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9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" y="34747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[Título do ecrã / evidência]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2920" y="8046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da página]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621792" y="1280160"/>
            <a:ext cx="7543800" cy="4389120"/>
          </a:xfrm>
          <a:prstGeom prst="roundRect">
            <a:avLst>
              <a:gd name="adj" fmla="val 1667"/>
            </a:avLst>
          </a:prstGeom>
          <a:solidFill>
            <a:srgbClr val="FFFFFF">
              <a:alpha val="0"/>
            </a:srgbClr>
          </a:solidFill>
          <a:ln w="15240">
            <a:solidFill>
              <a:srgbClr val="E7E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338328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[Screenshot principal]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496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9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 / Destaques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49640" y="181051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[Ponto relevante]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[Validação observada]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[Resultado esperado]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" y="5742432"/>
            <a:ext cx="7452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[Legenda da imagem]</a:t>
            </a:r>
            <a:endParaRPr lang="en-US" sz="630" dirty="0"/>
          </a:p>
        </p:txBody>
      </p:sp>
      <p:pic>
        <p:nvPicPr>
          <p:cNvPr id="17" name="Imagem 16" descr="Uma imagem com círculo, Gráficos, símbolo&#10;&#10;Os conteúdos gerados por IA poderão estar incorretos.">
            <a:extLst>
              <a:ext uri="{FF2B5EF4-FFF2-40B4-BE49-F238E27FC236}">
                <a16:creationId xmlns:a16="http://schemas.microsoft.com/office/drawing/2014/main" id="{644A87A4-BBB3-CE46-6928-CACC4E5E0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058" y="261937"/>
            <a:ext cx="542925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4048" y="1033272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6327648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64282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[Documento] | [Ano]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356848" y="6400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9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" y="34747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[Título da tabela]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2920" y="8046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da página]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658368" y="1389888"/>
            <a:ext cx="10881360" cy="347472"/>
          </a:xfrm>
          <a:prstGeom prst="rect">
            <a:avLst/>
          </a:prstGeom>
          <a:solidFill>
            <a:srgbClr val="F5F9FC"/>
          </a:solidFill>
          <a:ln w="10160">
            <a:solidFill>
              <a:srgbClr val="E7E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148132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[Coluna 1]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2761488" y="1481328"/>
            <a:ext cx="4206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[Coluna 2]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7150608" y="1481328"/>
            <a:ext cx="4297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[Coluna 3]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658368" y="2212848"/>
            <a:ext cx="10881360" cy="0"/>
          </a:xfrm>
          <a:prstGeom prst="line">
            <a:avLst/>
          </a:prstGeom>
          <a:noFill/>
          <a:ln w="10160">
            <a:solidFill>
              <a:srgbClr val="E7EE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1901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[Valor]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761488" y="190195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150608" y="190195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[Resultado]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58368" y="2688336"/>
            <a:ext cx="10881360" cy="0"/>
          </a:xfrm>
          <a:prstGeom prst="line">
            <a:avLst/>
          </a:prstGeom>
          <a:noFill/>
          <a:ln w="10160">
            <a:solidFill>
              <a:srgbClr val="E7EE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23774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[Valor]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761488" y="23774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150608" y="2377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[Resultado]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58368" y="3163824"/>
            <a:ext cx="10881360" cy="0"/>
          </a:xfrm>
          <a:prstGeom prst="line">
            <a:avLst/>
          </a:prstGeom>
          <a:noFill/>
          <a:ln w="10160">
            <a:solidFill>
              <a:srgbClr val="E7EE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28529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[Valor]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761488" y="28529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150608" y="28529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[Resultado]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58368" y="3639312"/>
            <a:ext cx="10881360" cy="0"/>
          </a:xfrm>
          <a:prstGeom prst="line">
            <a:avLst/>
          </a:prstGeom>
          <a:noFill/>
          <a:ln w="10160">
            <a:solidFill>
              <a:srgbClr val="E7EE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3284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[Valor]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761488" y="332841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150608" y="332841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[Resultado]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58368" y="4114800"/>
            <a:ext cx="10881360" cy="0"/>
          </a:xfrm>
          <a:prstGeom prst="line">
            <a:avLst/>
          </a:prstGeom>
          <a:noFill/>
          <a:ln w="10160">
            <a:solidFill>
              <a:srgbClr val="E7EEF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" y="38039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[Valor]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761488" y="3803904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150608" y="38039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[Resultado]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58368" y="1389888"/>
            <a:ext cx="10881360" cy="36576"/>
          </a:xfrm>
          <a:prstGeom prst="rect">
            <a:avLst/>
          </a:prstGeom>
          <a:solidFill>
            <a:srgbClr val="009FE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5" name="Imagem 34" descr="Uma imagem com círculo, Gráficos, símbolo&#10;&#10;Os conteúdos gerados por IA poderão estar incorretos.">
            <a:extLst>
              <a:ext uri="{FF2B5EF4-FFF2-40B4-BE49-F238E27FC236}">
                <a16:creationId xmlns:a16="http://schemas.microsoft.com/office/drawing/2014/main" id="{03AE7D04-E283-B0E3-FFFA-9E0DE769C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058" y="261937"/>
            <a:ext cx="542925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4048" y="1033272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6327648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64282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[Documento] | [Ano]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356848" y="6400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9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" y="34747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[Título do processo]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2920" y="8046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da página]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2194560" y="3182112"/>
            <a:ext cx="5943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58368" y="2788920"/>
            <a:ext cx="502920" cy="50292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91693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316736" y="2834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[Fase 1]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16736" y="309981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434840" y="3182112"/>
            <a:ext cx="5943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98648" y="2788920"/>
            <a:ext cx="502920" cy="50292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98648" y="291693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557016" y="2834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[Fase 2]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57016" y="309981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675120" y="3182112"/>
            <a:ext cx="5943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138928" y="2788920"/>
            <a:ext cx="502920" cy="50292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38928" y="291693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797296" y="2834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[Fase 3]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97296" y="309981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915400" y="3182112"/>
            <a:ext cx="59436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79208" y="2788920"/>
            <a:ext cx="502920" cy="50292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79208" y="291693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037576" y="2834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[Fase 4]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037576" y="309981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9619488" y="2788920"/>
            <a:ext cx="502920" cy="50292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19488" y="291693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277856" y="2834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[Fase 5]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277856" y="3099816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[Descrição]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58368" y="141732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E7EEF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5528" y="17830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[Contexto ou resultado do processo]</a:t>
            </a:r>
            <a:endParaRPr lang="en-US" sz="1100" dirty="0"/>
          </a:p>
        </p:txBody>
      </p:sp>
      <p:pic>
        <p:nvPicPr>
          <p:cNvPr id="36" name="Imagem 35" descr="Uma imagem com círculo, Gráficos, símbolo&#10;&#10;Os conteúdos gerados por IA poderão estar incorretos.">
            <a:extLst>
              <a:ext uri="{FF2B5EF4-FFF2-40B4-BE49-F238E27FC236}">
                <a16:creationId xmlns:a16="http://schemas.microsoft.com/office/drawing/2014/main" id="{3D562A23-4C8D-9EDB-D92D-26D9AAC09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058" y="261937"/>
            <a:ext cx="542925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4048" y="1033272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6327648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64282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[Documento] | [Ano]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356848" y="6400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9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" y="34747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[Título do plano / Gantt]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2920" y="8046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da página]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58368" y="1508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[Atividade]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688336" y="15087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[M1]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670048" y="1764792"/>
            <a:ext cx="0" cy="347472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51376" y="15087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[M2]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133088" y="1764792"/>
            <a:ext cx="0" cy="347472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14416" y="15087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[M3]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596128" y="1764792"/>
            <a:ext cx="0" cy="347472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77456" y="15087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[M4]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059168" y="1764792"/>
            <a:ext cx="0" cy="347472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0496" y="15087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[M5]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522208" y="1764792"/>
            <a:ext cx="0" cy="347472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03536" y="15087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[M6]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9985248" y="1764792"/>
            <a:ext cx="0" cy="347472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448288" y="1764792"/>
            <a:ext cx="0" cy="347472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2350008"/>
            <a:ext cx="10789920" cy="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207568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[Planeamento]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2743200" y="2075688"/>
            <a:ext cx="1609344" cy="201168"/>
          </a:xfrm>
          <a:prstGeom prst="roundRect">
            <a:avLst>
              <a:gd name="adj" fmla="val 27273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2852928"/>
            <a:ext cx="10789920" cy="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" y="257860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[Desenvolvimento]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4206240" y="2578608"/>
            <a:ext cx="3072384" cy="201168"/>
          </a:xfrm>
          <a:prstGeom prst="roundRect">
            <a:avLst>
              <a:gd name="adj" fmla="val 2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3355848"/>
            <a:ext cx="10789920" cy="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30815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[Testes]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6400800" y="3081528"/>
            <a:ext cx="1901952" cy="201168"/>
          </a:xfrm>
          <a:prstGeom prst="roundRect">
            <a:avLst>
              <a:gd name="adj" fmla="val 2727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3858768"/>
            <a:ext cx="10789920" cy="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" y="358444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[Validação]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8595360" y="3584448"/>
            <a:ext cx="1316736" cy="201168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8368" y="4361688"/>
            <a:ext cx="10789920" cy="0"/>
          </a:xfrm>
          <a:prstGeom prst="line">
            <a:avLst/>
          </a:prstGeom>
          <a:noFill/>
          <a:ln w="8890">
            <a:solidFill>
              <a:srgbClr val="E7EEF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" y="408736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[Entrega]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10058400" y="4087368"/>
            <a:ext cx="1024128" cy="201168"/>
          </a:xfrm>
          <a:prstGeom prst="roundRect">
            <a:avLst>
              <a:gd name="adj" fmla="val 2727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9" name="Imagem 38" descr="Uma imagem com círculo, Gráficos, símbolo&#10;&#10;Os conteúdos gerados por IA poderão estar incorretos.">
            <a:extLst>
              <a:ext uri="{FF2B5EF4-FFF2-40B4-BE49-F238E27FC236}">
                <a16:creationId xmlns:a16="http://schemas.microsoft.com/office/drawing/2014/main" id="{340566F2-4B53-11CE-1A30-C3A25A0C5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058" y="261937"/>
            <a:ext cx="542925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4048" y="1033272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6327648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64282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[Documento] | [Ano]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356848" y="6400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9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" y="34747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[Título do gráfico]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2920" y="8046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da página]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658368" y="1417320"/>
            <a:ext cx="5852160" cy="4251960"/>
          </a:xfrm>
          <a:prstGeom prst="roundRect">
            <a:avLst>
              <a:gd name="adj" fmla="val 1720"/>
            </a:avLst>
          </a:prstGeom>
          <a:solidFill>
            <a:srgbClr val="FFFFFF">
              <a:alpha val="0"/>
            </a:srgbClr>
          </a:solidFill>
          <a:ln w="15240">
            <a:solidFill>
              <a:srgbClr val="E7E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57276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[Gráfico / visualização de dados]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234440" y="4187952"/>
            <a:ext cx="438912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493776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[S1]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377440" y="3419856"/>
            <a:ext cx="438912" cy="14264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04288" y="493776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[S2]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3520440" y="3858768"/>
            <a:ext cx="438912" cy="9875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47288" y="493776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[S3]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4663440" y="3090672"/>
            <a:ext cx="438912" cy="1755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493776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[S4]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1051560" y="4846320"/>
            <a:ext cx="4754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1560" y="2834640"/>
            <a:ext cx="0" cy="20116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0" y="1572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[Insight principal]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0" y="2057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[Conclusão 1]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[Conclusão 2]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[Próxima ação]</a:t>
            </a:r>
            <a:endParaRPr lang="en-US" sz="1100" dirty="0"/>
          </a:p>
        </p:txBody>
      </p:sp>
      <p:pic>
        <p:nvPicPr>
          <p:cNvPr id="24" name="Imagem 23" descr="Uma imagem com círculo, Gráficos, símbolo&#10;&#10;Os conteúdos gerados por IA poderão estar incorretos.">
            <a:extLst>
              <a:ext uri="{FF2B5EF4-FFF2-40B4-BE49-F238E27FC236}">
                <a16:creationId xmlns:a16="http://schemas.microsoft.com/office/drawing/2014/main" id="{8EB77935-2376-49C6-5BC3-81FCA8CD7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058" y="261937"/>
            <a:ext cx="542925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4048" y="1033272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4048" y="6327648"/>
            <a:ext cx="11292840" cy="0"/>
          </a:xfrm>
          <a:prstGeom prst="line">
            <a:avLst/>
          </a:prstGeom>
          <a:noFill/>
          <a:ln w="12700">
            <a:solidFill>
              <a:srgbClr val="E7EE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" y="64282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[Documento] | [Ano]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1356848" y="6400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009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" y="34747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[Título final / próximos passos]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2920" y="8046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da página]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713232" y="1600200"/>
            <a:ext cx="347472" cy="3474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700784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234440" y="16550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[Próximo passo 1]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19842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/ responsável / data]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3232" y="2514600"/>
            <a:ext cx="347472" cy="3474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2615184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1234440" y="25694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[Próximo passo 2]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28986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/ responsável / data]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13232" y="3429000"/>
            <a:ext cx="347472" cy="3474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3529584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234440" y="348386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[Próximo passo 3]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34440" y="3813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[Descrição curta / responsável / data]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13232" y="5138928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5F9FC"/>
          </a:solidFill>
          <a:ln w="12700">
            <a:solidFill>
              <a:srgbClr val="E7EE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5413248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[Mensagem final / contacto]</a:t>
            </a:r>
            <a:endParaRPr lang="en-US" sz="1300" dirty="0"/>
          </a:p>
        </p:txBody>
      </p:sp>
      <p:pic>
        <p:nvPicPr>
          <p:cNvPr id="24" name="Imagem 23" descr="Uma imagem com círculo, Gráficos, símbolo&#10;&#10;Os conteúdos gerados por IA poderão estar incorretos.">
            <a:extLst>
              <a:ext uri="{FF2B5EF4-FFF2-40B4-BE49-F238E27FC236}">
                <a16:creationId xmlns:a16="http://schemas.microsoft.com/office/drawing/2014/main" id="{3E41133E-1447-FA15-FC97-B7FAC77BE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058" y="261937"/>
            <a:ext cx="542925" cy="542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9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Parâmetro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PowerPoint Parâmetro Global</dc:title>
  <dc:subject>Reusable presentation template</dc:subject>
  <dc:creator>Parâmetro Global</dc:creator>
  <cp:lastModifiedBy>Parâmetro Global</cp:lastModifiedBy>
  <cp:revision>58</cp:revision>
  <dcterms:created xsi:type="dcterms:W3CDTF">2026-05-20T16:01:53Z</dcterms:created>
  <dcterms:modified xsi:type="dcterms:W3CDTF">2026-05-21T17:04:52Z</dcterms:modified>
</cp:coreProperties>
</file>